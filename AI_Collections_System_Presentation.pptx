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Inputs: Customer demographics, credit utilization, repayment history, and real-time payment data</a:t>
            </a:r>
          </a:p>
          <a:p>
            <a:r>
              <a:t>• Decision Logic: Combines model risk scores with business rules to determine the next best action</a:t>
            </a:r>
          </a:p>
          <a:p>
            <a:r>
              <a:t>• Actions: Triggers tailored outreach such as SMS/email reminders, support offers, or case escalations</a:t>
            </a:r>
          </a:p>
          <a:p>
            <a:r>
              <a:t>• Learning Loop: Continuously monitors outcomes (e.g., repayment success) and updates strategies through feedback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Actions:</a:t>
            </a:r>
          </a:p>
          <a:p>
            <a:r>
              <a:t>• Sends personalized reminders via SMS/email</a:t>
            </a:r>
          </a:p>
          <a:p>
            <a:r>
              <a:t>• Adjusts outreach timing using behavioral data</a:t>
            </a:r>
          </a:p>
          <a:p>
            <a:r>
              <a:t>• Escalates cases based on dynamic risk scoring</a:t>
            </a:r>
          </a:p>
          <a:p/>
          <a:p>
            <a:r>
              <a:t>Human Oversight Needed:</a:t>
            </a:r>
          </a:p>
          <a:p>
            <a:r>
              <a:t>• Approves hardship support plans</a:t>
            </a:r>
          </a:p>
          <a:p>
            <a:r>
              <a:t>• Handles complaints or disputes</a:t>
            </a:r>
          </a:p>
          <a:p>
            <a:r>
              <a:t>• Final decisions on legal actions or loan restructuring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Fairness – Regular audits to detect demographic bias; exclude proxy variables</a:t>
            </a:r>
          </a:p>
          <a:p>
            <a:r>
              <a:t>• Explainability – Use interpretable models (e.g., decision trees) or SHAP values to explain predictions</a:t>
            </a:r>
          </a:p>
          <a:p>
            <a:r>
              <a:t>• Compliance – Align with ECOA, GDPR, RBI guidelines; maintain full audit trails</a:t>
            </a:r>
          </a:p>
          <a:p>
            <a:r>
              <a:t>• Human Oversight – Manual reviews for high-impact or exceptional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Quantitative Outcomes:</a:t>
            </a:r>
          </a:p>
          <a:p>
            <a:r>
              <a:t>• 15–25% reduction in delinquency rates</a:t>
            </a:r>
          </a:p>
          <a:p>
            <a:r>
              <a:t>• 10–20% operational cost savings via automation</a:t>
            </a:r>
          </a:p>
          <a:p>
            <a:r>
              <a:t>• Higher repayment rates within the first 90 days</a:t>
            </a:r>
          </a:p>
          <a:p/>
          <a:p>
            <a:r>
              <a:t>Qualitative Outcomes:</a:t>
            </a:r>
          </a:p>
          <a:p>
            <a:r>
              <a:t>• Enhanced customer trust and experience</a:t>
            </a:r>
          </a:p>
          <a:p>
            <a:r>
              <a:t>• Improved transparency and fairness in collections</a:t>
            </a:r>
          </a:p>
          <a:p>
            <a:r>
              <a:t>• A scalable, self-improving system that adapts to customer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